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Open Sans Bold" charset="1" panose="020B0806030504020204"/>
      <p:regular r:id="rId19"/>
    </p:embeddedFont>
    <p:embeddedFont>
      <p:font typeface="Open Sans" charset="1" panose="020B0606030504020204"/>
      <p:regular r:id="rId20"/>
    </p:embeddedFont>
    <p:embeddedFont>
      <p:font typeface="Bree Serif" charset="1" panose="02000503040000020004"/>
      <p:regular r:id="rId21"/>
    </p:embeddedFont>
    <p:embeddedFont>
      <p:font typeface="Arimo Bold" charset="1" panose="020B0704020202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4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3.pn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3.png" Type="http://schemas.openxmlformats.org/officeDocument/2006/relationships/image"/><Relationship Id="rId4" Target="../media/image16.png" Type="http://schemas.openxmlformats.org/officeDocument/2006/relationships/image"/><Relationship Id="rId5" Target="../media/image1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3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3.png" Type="http://schemas.openxmlformats.org/officeDocument/2006/relationships/image"/><Relationship Id="rId4" Target="../media/image1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3.png" Type="http://schemas.openxmlformats.org/officeDocument/2006/relationships/image"/><Relationship Id="rId4" Target="../media/image20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3.png" Type="http://schemas.openxmlformats.org/officeDocument/2006/relationships/image"/><Relationship Id="rId4" Target="../media/image2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3.png" Type="http://schemas.openxmlformats.org/officeDocument/2006/relationships/image"/><Relationship Id="rId4" Target="../media/image23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3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245768" y="4776850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5574459" y="2614206"/>
            <a:ext cx="7139082" cy="2157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635"/>
              </a:lnSpc>
            </a:pPr>
            <a:r>
              <a:rPr lang="en-US" sz="12597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Monamu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315135" y="5076825"/>
            <a:ext cx="5657731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Maiara Braun Kothe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Matheus Scherer Bamberg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Moises Augusto Braun Zilles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85382" y="303062"/>
            <a:ext cx="1503913" cy="1451276"/>
          </a:xfrm>
          <a:custGeom>
            <a:avLst/>
            <a:gdLst/>
            <a:ahLst/>
            <a:cxnLst/>
            <a:rect r="r" b="b" t="t" l="l"/>
            <a:pathLst>
              <a:path h="1451276" w="1503913">
                <a:moveTo>
                  <a:pt x="0" y="0"/>
                </a:moveTo>
                <a:lnTo>
                  <a:pt x="1503913" y="0"/>
                </a:lnTo>
                <a:lnTo>
                  <a:pt x="1503913" y="1451276"/>
                </a:lnTo>
                <a:lnTo>
                  <a:pt x="0" y="14512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2677010" y="5474602"/>
            <a:ext cx="4427166" cy="4114800"/>
          </a:xfrm>
          <a:custGeom>
            <a:avLst/>
            <a:gdLst/>
            <a:ahLst/>
            <a:cxnLst/>
            <a:rect r="r" b="b" t="t" l="l"/>
            <a:pathLst>
              <a:path h="4114800" w="4427166">
                <a:moveTo>
                  <a:pt x="0" y="0"/>
                </a:moveTo>
                <a:lnTo>
                  <a:pt x="4427166" y="0"/>
                </a:lnTo>
                <a:lnTo>
                  <a:pt x="442716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5" id="5"/>
          <p:cNvSpPr/>
          <p:nvPr/>
        </p:nvSpPr>
        <p:spPr>
          <a:xfrm>
            <a:off x="2789295" y="6022425"/>
            <a:ext cx="7821316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-2399608">
            <a:off x="2732546" y="6524915"/>
            <a:ext cx="363282" cy="346480"/>
          </a:xfrm>
          <a:custGeom>
            <a:avLst/>
            <a:gdLst/>
            <a:ahLst/>
            <a:cxnLst/>
            <a:rect r="r" b="b" t="t" l="l"/>
            <a:pathLst>
              <a:path h="346480" w="363282">
                <a:moveTo>
                  <a:pt x="0" y="0"/>
                </a:moveTo>
                <a:lnTo>
                  <a:pt x="363282" y="0"/>
                </a:lnTo>
                <a:lnTo>
                  <a:pt x="363282" y="346480"/>
                </a:lnTo>
                <a:lnTo>
                  <a:pt x="0" y="3464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789295" y="528002"/>
            <a:ext cx="4084872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Objetivo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5382" y="2431819"/>
            <a:ext cx="11548169" cy="3376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</a:t>
            </a: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esenvolver um sistema de banco de dados para gerenciar as operações de uma loja de roupas. O sistema permite o cadastro e gerenciamento de produtos, controle de vendas e estoque, além de registro de clientes, funcionários e fornecedores.</a:t>
            </a:r>
          </a:p>
          <a:p>
            <a:pPr algn="just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3304474" y="6362967"/>
            <a:ext cx="8274513" cy="2252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Li</a:t>
            </a: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nguagem SQL (PostgreSQL);</a:t>
            </a:r>
          </a:p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Visual Paradigm;</a:t>
            </a:r>
          </a:p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DBeaver;</a:t>
            </a:r>
          </a:p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Git e GitHub.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2717410" y="7049506"/>
            <a:ext cx="393553" cy="375352"/>
          </a:xfrm>
          <a:custGeom>
            <a:avLst/>
            <a:gdLst/>
            <a:ahLst/>
            <a:cxnLst/>
            <a:rect r="r" b="b" t="t" l="l"/>
            <a:pathLst>
              <a:path h="375352" w="393553">
                <a:moveTo>
                  <a:pt x="0" y="0"/>
                </a:moveTo>
                <a:lnTo>
                  <a:pt x="393554" y="0"/>
                </a:lnTo>
                <a:lnTo>
                  <a:pt x="393554" y="375351"/>
                </a:lnTo>
                <a:lnTo>
                  <a:pt x="0" y="3753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3241545">
            <a:off x="2728946" y="7658728"/>
            <a:ext cx="363282" cy="346480"/>
          </a:xfrm>
          <a:custGeom>
            <a:avLst/>
            <a:gdLst/>
            <a:ahLst/>
            <a:cxnLst/>
            <a:rect r="r" b="b" t="t" l="l"/>
            <a:pathLst>
              <a:path h="346480" w="363282">
                <a:moveTo>
                  <a:pt x="0" y="0"/>
                </a:moveTo>
                <a:lnTo>
                  <a:pt x="363282" y="0"/>
                </a:lnTo>
                <a:lnTo>
                  <a:pt x="363282" y="346480"/>
                </a:lnTo>
                <a:lnTo>
                  <a:pt x="0" y="3464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10800000">
            <a:off x="2732546" y="8239079"/>
            <a:ext cx="363282" cy="346480"/>
          </a:xfrm>
          <a:custGeom>
            <a:avLst/>
            <a:gdLst/>
            <a:ahLst/>
            <a:cxnLst/>
            <a:rect r="r" b="b" t="t" l="l"/>
            <a:pathLst>
              <a:path h="346480" w="363282">
                <a:moveTo>
                  <a:pt x="0" y="0"/>
                </a:moveTo>
                <a:lnTo>
                  <a:pt x="363282" y="0"/>
                </a:lnTo>
                <a:lnTo>
                  <a:pt x="363282" y="346480"/>
                </a:lnTo>
                <a:lnTo>
                  <a:pt x="0" y="3464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-1937732">
            <a:off x="1668678" y="212760"/>
            <a:ext cx="1451696" cy="1484076"/>
          </a:xfrm>
          <a:custGeom>
            <a:avLst/>
            <a:gdLst/>
            <a:ahLst/>
            <a:cxnLst/>
            <a:rect r="r" b="b" t="t" l="l"/>
            <a:pathLst>
              <a:path h="1484076" w="1451696">
                <a:moveTo>
                  <a:pt x="0" y="0"/>
                </a:moveTo>
                <a:lnTo>
                  <a:pt x="1451696" y="0"/>
                </a:lnTo>
                <a:lnTo>
                  <a:pt x="1451696" y="1484076"/>
                </a:lnTo>
                <a:lnTo>
                  <a:pt x="0" y="1484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968362" y="2162816"/>
            <a:ext cx="12351276" cy="7719547"/>
          </a:xfrm>
          <a:custGeom>
            <a:avLst/>
            <a:gdLst/>
            <a:ahLst/>
            <a:cxnLst/>
            <a:rect r="r" b="b" t="t" l="l"/>
            <a:pathLst>
              <a:path h="7719547" w="12351276">
                <a:moveTo>
                  <a:pt x="0" y="0"/>
                </a:moveTo>
                <a:lnTo>
                  <a:pt x="12351276" y="0"/>
                </a:lnTo>
                <a:lnTo>
                  <a:pt x="12351276" y="7719547"/>
                </a:lnTo>
                <a:lnTo>
                  <a:pt x="0" y="77195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789295" y="528002"/>
            <a:ext cx="7750394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Modelo Relacional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932165" y="3720781"/>
            <a:ext cx="12855703" cy="5335117"/>
          </a:xfrm>
          <a:custGeom>
            <a:avLst/>
            <a:gdLst/>
            <a:ahLst/>
            <a:cxnLst/>
            <a:rect r="r" b="b" t="t" l="l"/>
            <a:pathLst>
              <a:path h="5335117" w="12855703">
                <a:moveTo>
                  <a:pt x="0" y="0"/>
                </a:moveTo>
                <a:lnTo>
                  <a:pt x="12855703" y="0"/>
                </a:lnTo>
                <a:lnTo>
                  <a:pt x="12855703" y="5335117"/>
                </a:lnTo>
                <a:lnTo>
                  <a:pt x="0" y="53351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932165" y="2515559"/>
            <a:ext cx="12855703" cy="1205222"/>
          </a:xfrm>
          <a:custGeom>
            <a:avLst/>
            <a:gdLst/>
            <a:ahLst/>
            <a:cxnLst/>
            <a:rect r="r" b="b" t="t" l="l"/>
            <a:pathLst>
              <a:path h="1205222" w="12855703">
                <a:moveTo>
                  <a:pt x="0" y="0"/>
                </a:moveTo>
                <a:lnTo>
                  <a:pt x="12855703" y="0"/>
                </a:lnTo>
                <a:lnTo>
                  <a:pt x="12855703" y="1205222"/>
                </a:lnTo>
                <a:lnTo>
                  <a:pt x="0" y="12052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89295" y="528002"/>
            <a:ext cx="7064586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Cliente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932165" y="3720781"/>
            <a:ext cx="12855703" cy="4788749"/>
          </a:xfrm>
          <a:custGeom>
            <a:avLst/>
            <a:gdLst/>
            <a:ahLst/>
            <a:cxnLst/>
            <a:rect r="r" b="b" t="t" l="l"/>
            <a:pathLst>
              <a:path h="4788749" w="12855703">
                <a:moveTo>
                  <a:pt x="0" y="0"/>
                </a:moveTo>
                <a:lnTo>
                  <a:pt x="12855703" y="0"/>
                </a:lnTo>
                <a:lnTo>
                  <a:pt x="12855703" y="4788750"/>
                </a:lnTo>
                <a:lnTo>
                  <a:pt x="0" y="4788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789295" y="528002"/>
            <a:ext cx="8932820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Condicional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2932165" y="2515559"/>
            <a:ext cx="12855703" cy="1205222"/>
          </a:xfrm>
          <a:custGeom>
            <a:avLst/>
            <a:gdLst/>
            <a:ahLst/>
            <a:cxnLst/>
            <a:rect r="r" b="b" t="t" l="l"/>
            <a:pathLst>
              <a:path h="1205222" w="12855703">
                <a:moveTo>
                  <a:pt x="0" y="0"/>
                </a:moveTo>
                <a:lnTo>
                  <a:pt x="12855703" y="0"/>
                </a:lnTo>
                <a:lnTo>
                  <a:pt x="12855703" y="1205222"/>
                </a:lnTo>
                <a:lnTo>
                  <a:pt x="0" y="12052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932165" y="2515559"/>
            <a:ext cx="12855703" cy="1205222"/>
          </a:xfrm>
          <a:custGeom>
            <a:avLst/>
            <a:gdLst/>
            <a:ahLst/>
            <a:cxnLst/>
            <a:rect r="r" b="b" t="t" l="l"/>
            <a:pathLst>
              <a:path h="1205222" w="12855703">
                <a:moveTo>
                  <a:pt x="0" y="0"/>
                </a:moveTo>
                <a:lnTo>
                  <a:pt x="12855703" y="0"/>
                </a:lnTo>
                <a:lnTo>
                  <a:pt x="12855703" y="1205222"/>
                </a:lnTo>
                <a:lnTo>
                  <a:pt x="0" y="12052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932165" y="3720781"/>
            <a:ext cx="12855703" cy="4547705"/>
          </a:xfrm>
          <a:custGeom>
            <a:avLst/>
            <a:gdLst/>
            <a:ahLst/>
            <a:cxnLst/>
            <a:rect r="r" b="b" t="t" l="l"/>
            <a:pathLst>
              <a:path h="4547705" w="12855703">
                <a:moveTo>
                  <a:pt x="0" y="0"/>
                </a:moveTo>
                <a:lnTo>
                  <a:pt x="12855703" y="0"/>
                </a:lnTo>
                <a:lnTo>
                  <a:pt x="12855703" y="4547705"/>
                </a:lnTo>
                <a:lnTo>
                  <a:pt x="0" y="45477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89295" y="528002"/>
            <a:ext cx="8932820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Desconto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932165" y="2515559"/>
            <a:ext cx="12855703" cy="1205222"/>
          </a:xfrm>
          <a:custGeom>
            <a:avLst/>
            <a:gdLst/>
            <a:ahLst/>
            <a:cxnLst/>
            <a:rect r="r" b="b" t="t" l="l"/>
            <a:pathLst>
              <a:path h="1205222" w="12855703">
                <a:moveTo>
                  <a:pt x="0" y="0"/>
                </a:moveTo>
                <a:lnTo>
                  <a:pt x="12855703" y="0"/>
                </a:lnTo>
                <a:lnTo>
                  <a:pt x="12855703" y="1205222"/>
                </a:lnTo>
                <a:lnTo>
                  <a:pt x="0" y="12052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932165" y="3720781"/>
            <a:ext cx="12855703" cy="2008704"/>
          </a:xfrm>
          <a:custGeom>
            <a:avLst/>
            <a:gdLst/>
            <a:ahLst/>
            <a:cxnLst/>
            <a:rect r="r" b="b" t="t" l="l"/>
            <a:pathLst>
              <a:path h="2008704" w="12855703">
                <a:moveTo>
                  <a:pt x="0" y="0"/>
                </a:moveTo>
                <a:lnTo>
                  <a:pt x="12855703" y="0"/>
                </a:lnTo>
                <a:lnTo>
                  <a:pt x="12855703" y="2008704"/>
                </a:lnTo>
                <a:lnTo>
                  <a:pt x="0" y="20087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32165" y="5583117"/>
            <a:ext cx="12855703" cy="3519249"/>
          </a:xfrm>
          <a:custGeom>
            <a:avLst/>
            <a:gdLst/>
            <a:ahLst/>
            <a:cxnLst/>
            <a:rect r="r" b="b" t="t" l="l"/>
            <a:pathLst>
              <a:path h="3519249" w="12855703">
                <a:moveTo>
                  <a:pt x="0" y="0"/>
                </a:moveTo>
                <a:lnTo>
                  <a:pt x="12855703" y="0"/>
                </a:lnTo>
                <a:lnTo>
                  <a:pt x="12855703" y="3519248"/>
                </a:lnTo>
                <a:lnTo>
                  <a:pt x="0" y="35192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789295" y="528002"/>
            <a:ext cx="8932820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Fornecedor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980212" y="2327675"/>
            <a:ext cx="10327577" cy="968210"/>
          </a:xfrm>
          <a:custGeom>
            <a:avLst/>
            <a:gdLst/>
            <a:ahLst/>
            <a:cxnLst/>
            <a:rect r="r" b="b" t="t" l="l"/>
            <a:pathLst>
              <a:path h="968210" w="10327577">
                <a:moveTo>
                  <a:pt x="0" y="0"/>
                </a:moveTo>
                <a:lnTo>
                  <a:pt x="10327576" y="0"/>
                </a:lnTo>
                <a:lnTo>
                  <a:pt x="10327576" y="968210"/>
                </a:lnTo>
                <a:lnTo>
                  <a:pt x="0" y="9682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980212" y="3295885"/>
            <a:ext cx="10327577" cy="6635468"/>
          </a:xfrm>
          <a:custGeom>
            <a:avLst/>
            <a:gdLst/>
            <a:ahLst/>
            <a:cxnLst/>
            <a:rect r="r" b="b" t="t" l="l"/>
            <a:pathLst>
              <a:path h="6635468" w="10327577">
                <a:moveTo>
                  <a:pt x="0" y="0"/>
                </a:moveTo>
                <a:lnTo>
                  <a:pt x="10327576" y="0"/>
                </a:lnTo>
                <a:lnTo>
                  <a:pt x="10327576" y="6635468"/>
                </a:lnTo>
                <a:lnTo>
                  <a:pt x="0" y="66354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89295" y="528002"/>
            <a:ext cx="8932820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Funcionario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932165" y="3437852"/>
            <a:ext cx="12855703" cy="1205222"/>
          </a:xfrm>
          <a:custGeom>
            <a:avLst/>
            <a:gdLst/>
            <a:ahLst/>
            <a:cxnLst/>
            <a:rect r="r" b="b" t="t" l="l"/>
            <a:pathLst>
              <a:path h="1205222" w="12855703">
                <a:moveTo>
                  <a:pt x="0" y="0"/>
                </a:moveTo>
                <a:lnTo>
                  <a:pt x="12855703" y="0"/>
                </a:lnTo>
                <a:lnTo>
                  <a:pt x="12855703" y="1205222"/>
                </a:lnTo>
                <a:lnTo>
                  <a:pt x="0" y="12052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932165" y="4643074"/>
            <a:ext cx="12855703" cy="3165717"/>
          </a:xfrm>
          <a:custGeom>
            <a:avLst/>
            <a:gdLst/>
            <a:ahLst/>
            <a:cxnLst/>
            <a:rect r="r" b="b" t="t" l="l"/>
            <a:pathLst>
              <a:path h="3165717" w="12855703">
                <a:moveTo>
                  <a:pt x="0" y="0"/>
                </a:moveTo>
                <a:lnTo>
                  <a:pt x="12855703" y="0"/>
                </a:lnTo>
                <a:lnTo>
                  <a:pt x="12855703" y="3165717"/>
                </a:lnTo>
                <a:lnTo>
                  <a:pt x="0" y="31657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89295" y="528002"/>
            <a:ext cx="10091598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Item Condicional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932165" y="3058484"/>
            <a:ext cx="12855703" cy="1205222"/>
          </a:xfrm>
          <a:custGeom>
            <a:avLst/>
            <a:gdLst/>
            <a:ahLst/>
            <a:cxnLst/>
            <a:rect r="r" b="b" t="t" l="l"/>
            <a:pathLst>
              <a:path h="1205222" w="12855703">
                <a:moveTo>
                  <a:pt x="0" y="0"/>
                </a:moveTo>
                <a:lnTo>
                  <a:pt x="12855703" y="0"/>
                </a:lnTo>
                <a:lnTo>
                  <a:pt x="12855703" y="1205222"/>
                </a:lnTo>
                <a:lnTo>
                  <a:pt x="0" y="12052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932165" y="4263706"/>
            <a:ext cx="12855703" cy="3647806"/>
          </a:xfrm>
          <a:custGeom>
            <a:avLst/>
            <a:gdLst/>
            <a:ahLst/>
            <a:cxnLst/>
            <a:rect r="r" b="b" t="t" l="l"/>
            <a:pathLst>
              <a:path h="3647806" w="12855703">
                <a:moveTo>
                  <a:pt x="0" y="0"/>
                </a:moveTo>
                <a:lnTo>
                  <a:pt x="12855703" y="0"/>
                </a:lnTo>
                <a:lnTo>
                  <a:pt x="12855703" y="3647806"/>
                </a:lnTo>
                <a:lnTo>
                  <a:pt x="0" y="36478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32165" y="7911512"/>
            <a:ext cx="12855703" cy="401741"/>
          </a:xfrm>
          <a:custGeom>
            <a:avLst/>
            <a:gdLst/>
            <a:ahLst/>
            <a:cxnLst/>
            <a:rect r="r" b="b" t="t" l="l"/>
            <a:pathLst>
              <a:path h="401741" w="12855703">
                <a:moveTo>
                  <a:pt x="0" y="0"/>
                </a:moveTo>
                <a:lnTo>
                  <a:pt x="12855703" y="0"/>
                </a:lnTo>
                <a:lnTo>
                  <a:pt x="12855703" y="401741"/>
                </a:lnTo>
                <a:lnTo>
                  <a:pt x="0" y="40174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789295" y="528002"/>
            <a:ext cx="8412553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Item Venda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932165" y="3058484"/>
            <a:ext cx="12855703" cy="1205222"/>
          </a:xfrm>
          <a:custGeom>
            <a:avLst/>
            <a:gdLst/>
            <a:ahLst/>
            <a:cxnLst/>
            <a:rect r="r" b="b" t="t" l="l"/>
            <a:pathLst>
              <a:path h="1205222" w="12855703">
                <a:moveTo>
                  <a:pt x="0" y="0"/>
                </a:moveTo>
                <a:lnTo>
                  <a:pt x="12855703" y="0"/>
                </a:lnTo>
                <a:lnTo>
                  <a:pt x="12855703" y="1205222"/>
                </a:lnTo>
                <a:lnTo>
                  <a:pt x="0" y="12052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932165" y="4263706"/>
            <a:ext cx="12855703" cy="4338800"/>
          </a:xfrm>
          <a:custGeom>
            <a:avLst/>
            <a:gdLst/>
            <a:ahLst/>
            <a:cxnLst/>
            <a:rect r="r" b="b" t="t" l="l"/>
            <a:pathLst>
              <a:path h="4338800" w="12855703">
                <a:moveTo>
                  <a:pt x="0" y="0"/>
                </a:moveTo>
                <a:lnTo>
                  <a:pt x="12855703" y="0"/>
                </a:lnTo>
                <a:lnTo>
                  <a:pt x="12855703" y="4338800"/>
                </a:lnTo>
                <a:lnTo>
                  <a:pt x="0" y="43388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89295" y="528002"/>
            <a:ext cx="6570722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Loja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466643" y="2517544"/>
            <a:ext cx="9354713" cy="877004"/>
          </a:xfrm>
          <a:custGeom>
            <a:avLst/>
            <a:gdLst/>
            <a:ahLst/>
            <a:cxnLst/>
            <a:rect r="r" b="b" t="t" l="l"/>
            <a:pathLst>
              <a:path h="877004" w="9354713">
                <a:moveTo>
                  <a:pt x="0" y="0"/>
                </a:moveTo>
                <a:lnTo>
                  <a:pt x="9354714" y="0"/>
                </a:lnTo>
                <a:lnTo>
                  <a:pt x="9354714" y="877004"/>
                </a:lnTo>
                <a:lnTo>
                  <a:pt x="0" y="8770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466643" y="3394548"/>
            <a:ext cx="9354713" cy="6232578"/>
          </a:xfrm>
          <a:custGeom>
            <a:avLst/>
            <a:gdLst/>
            <a:ahLst/>
            <a:cxnLst/>
            <a:rect r="r" b="b" t="t" l="l"/>
            <a:pathLst>
              <a:path h="6232578" w="9354713">
                <a:moveTo>
                  <a:pt x="0" y="0"/>
                </a:moveTo>
                <a:lnTo>
                  <a:pt x="9354714" y="0"/>
                </a:lnTo>
                <a:lnTo>
                  <a:pt x="9354714" y="6232578"/>
                </a:lnTo>
                <a:lnTo>
                  <a:pt x="0" y="62325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89295" y="528002"/>
            <a:ext cx="7608503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Produto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938926" y="315454"/>
            <a:ext cx="1700737" cy="1426493"/>
          </a:xfrm>
          <a:custGeom>
            <a:avLst/>
            <a:gdLst/>
            <a:ahLst/>
            <a:cxnLst/>
            <a:rect r="r" b="b" t="t" l="l"/>
            <a:pathLst>
              <a:path h="1426493" w="1700737">
                <a:moveTo>
                  <a:pt x="0" y="0"/>
                </a:moveTo>
                <a:lnTo>
                  <a:pt x="1700737" y="0"/>
                </a:lnTo>
                <a:lnTo>
                  <a:pt x="1700737" y="1426492"/>
                </a:lnTo>
                <a:lnTo>
                  <a:pt x="0" y="1426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932165" y="2515559"/>
            <a:ext cx="12855703" cy="1205222"/>
          </a:xfrm>
          <a:custGeom>
            <a:avLst/>
            <a:gdLst/>
            <a:ahLst/>
            <a:cxnLst/>
            <a:rect r="r" b="b" t="t" l="l"/>
            <a:pathLst>
              <a:path h="1205222" w="12855703">
                <a:moveTo>
                  <a:pt x="0" y="0"/>
                </a:moveTo>
                <a:lnTo>
                  <a:pt x="12855703" y="0"/>
                </a:lnTo>
                <a:lnTo>
                  <a:pt x="12855703" y="1205222"/>
                </a:lnTo>
                <a:lnTo>
                  <a:pt x="0" y="12052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932165" y="3720781"/>
            <a:ext cx="12855703" cy="5238699"/>
          </a:xfrm>
          <a:custGeom>
            <a:avLst/>
            <a:gdLst/>
            <a:ahLst/>
            <a:cxnLst/>
            <a:rect r="r" b="b" t="t" l="l"/>
            <a:pathLst>
              <a:path h="5238699" w="12855703">
                <a:moveTo>
                  <a:pt x="0" y="0"/>
                </a:moveTo>
                <a:lnTo>
                  <a:pt x="12855703" y="0"/>
                </a:lnTo>
                <a:lnTo>
                  <a:pt x="12855703" y="5238699"/>
                </a:lnTo>
                <a:lnTo>
                  <a:pt x="0" y="52386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32165" y="8947515"/>
            <a:ext cx="12855703" cy="353532"/>
          </a:xfrm>
          <a:custGeom>
            <a:avLst/>
            <a:gdLst/>
            <a:ahLst/>
            <a:cxnLst/>
            <a:rect r="r" b="b" t="t" l="l"/>
            <a:pathLst>
              <a:path h="353532" w="12855703">
                <a:moveTo>
                  <a:pt x="0" y="0"/>
                </a:moveTo>
                <a:lnTo>
                  <a:pt x="12855703" y="0"/>
                </a:lnTo>
                <a:lnTo>
                  <a:pt x="12855703" y="353532"/>
                </a:lnTo>
                <a:lnTo>
                  <a:pt x="0" y="3535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789295" y="528002"/>
            <a:ext cx="7064586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Tabelas - Venda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DAGr7IVGclc</dc:identifier>
  <dcterms:modified xsi:type="dcterms:W3CDTF">2011-08-01T06:04:30Z</dcterms:modified>
  <cp:revision>1</cp:revision>
  <dc:title>Monamu</dc:title>
</cp:coreProperties>
</file>