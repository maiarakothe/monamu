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</p:sldIdLst>
  <p:sldSz cx="18288000" cy="10287000"/>
  <p:notesSz cx="6858000" cy="9144000"/>
  <p:embeddedFontLst>
    <p:embeddedFont>
      <p:font typeface="Open Sans Bold" charset="1" panose="020B0806030504020204"/>
      <p:regular r:id="rId9"/>
    </p:embeddedFont>
    <p:embeddedFont>
      <p:font typeface="Open Sans" charset="1" panose="020B0606030504020204"/>
      <p:regular r:id="rId10"/>
    </p:embeddedFont>
    <p:embeddedFont>
      <p:font typeface="Bree Serif" charset="1" panose="02000503040000020004"/>
      <p:regular r:id="rId11"/>
    </p:embeddedFont>
    <p:embeddedFont>
      <p:font typeface="Arimo Bold" charset="1" panose="020B07040202020202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245768" y="4776850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5574459" y="2614206"/>
            <a:ext cx="7139082" cy="2157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635"/>
              </a:lnSpc>
            </a:pPr>
            <a:r>
              <a:rPr lang="en-US" sz="12597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Monamu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315135" y="5076825"/>
            <a:ext cx="5657731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Maiara Braun Kothe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Matheus Scherer Bamberg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Moises Augusto Braun Zilles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85382" y="303062"/>
            <a:ext cx="1503913" cy="1451276"/>
          </a:xfrm>
          <a:custGeom>
            <a:avLst/>
            <a:gdLst/>
            <a:ahLst/>
            <a:cxnLst/>
            <a:rect r="r" b="b" t="t" l="l"/>
            <a:pathLst>
              <a:path h="1451276" w="1503913">
                <a:moveTo>
                  <a:pt x="0" y="0"/>
                </a:moveTo>
                <a:lnTo>
                  <a:pt x="1503913" y="0"/>
                </a:lnTo>
                <a:lnTo>
                  <a:pt x="1503913" y="1451276"/>
                </a:lnTo>
                <a:lnTo>
                  <a:pt x="0" y="14512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AutoShape 3" id="3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12677010" y="5474602"/>
            <a:ext cx="4427166" cy="4114800"/>
          </a:xfrm>
          <a:custGeom>
            <a:avLst/>
            <a:gdLst/>
            <a:ahLst/>
            <a:cxnLst/>
            <a:rect r="r" b="b" t="t" l="l"/>
            <a:pathLst>
              <a:path h="4114800" w="4427166">
                <a:moveTo>
                  <a:pt x="0" y="0"/>
                </a:moveTo>
                <a:lnTo>
                  <a:pt x="4427166" y="0"/>
                </a:lnTo>
                <a:lnTo>
                  <a:pt x="442716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5" id="5"/>
          <p:cNvSpPr/>
          <p:nvPr/>
        </p:nvSpPr>
        <p:spPr>
          <a:xfrm>
            <a:off x="2789295" y="6022425"/>
            <a:ext cx="7821316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-2399608">
            <a:off x="2732546" y="6524915"/>
            <a:ext cx="363282" cy="346480"/>
          </a:xfrm>
          <a:custGeom>
            <a:avLst/>
            <a:gdLst/>
            <a:ahLst/>
            <a:cxnLst/>
            <a:rect r="r" b="b" t="t" l="l"/>
            <a:pathLst>
              <a:path h="346480" w="363282">
                <a:moveTo>
                  <a:pt x="0" y="0"/>
                </a:moveTo>
                <a:lnTo>
                  <a:pt x="363282" y="0"/>
                </a:lnTo>
                <a:lnTo>
                  <a:pt x="363282" y="346480"/>
                </a:lnTo>
                <a:lnTo>
                  <a:pt x="0" y="3464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789295" y="528002"/>
            <a:ext cx="4084872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Objetivo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85382" y="2431819"/>
            <a:ext cx="11548169" cy="33762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</a:t>
            </a: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esenvolver um sistema de banco de dados para gerenciar as operações de uma loja de roupas. O sistema permite o cadastro e gerenciamento de produtos, controle de vendas e estoque, além de registro de clientes, funcionários e fornecedores.</a:t>
            </a:r>
          </a:p>
          <a:p>
            <a:pPr algn="just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3304474" y="6362967"/>
            <a:ext cx="8274513" cy="2252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Li</a:t>
            </a: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nguagem SQL (PostgreSQL);</a:t>
            </a:r>
          </a:p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Visual Paradigm;</a:t>
            </a:r>
          </a:p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DBeaver;</a:t>
            </a:r>
          </a:p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Git e GitHub.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2717410" y="7049506"/>
            <a:ext cx="393553" cy="375352"/>
          </a:xfrm>
          <a:custGeom>
            <a:avLst/>
            <a:gdLst/>
            <a:ahLst/>
            <a:cxnLst/>
            <a:rect r="r" b="b" t="t" l="l"/>
            <a:pathLst>
              <a:path h="375352" w="393553">
                <a:moveTo>
                  <a:pt x="0" y="0"/>
                </a:moveTo>
                <a:lnTo>
                  <a:pt x="393554" y="0"/>
                </a:lnTo>
                <a:lnTo>
                  <a:pt x="393554" y="375351"/>
                </a:lnTo>
                <a:lnTo>
                  <a:pt x="0" y="3753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3241545">
            <a:off x="2728946" y="7658728"/>
            <a:ext cx="363282" cy="346480"/>
          </a:xfrm>
          <a:custGeom>
            <a:avLst/>
            <a:gdLst/>
            <a:ahLst/>
            <a:cxnLst/>
            <a:rect r="r" b="b" t="t" l="l"/>
            <a:pathLst>
              <a:path h="346480" w="363282">
                <a:moveTo>
                  <a:pt x="0" y="0"/>
                </a:moveTo>
                <a:lnTo>
                  <a:pt x="363282" y="0"/>
                </a:lnTo>
                <a:lnTo>
                  <a:pt x="363282" y="346480"/>
                </a:lnTo>
                <a:lnTo>
                  <a:pt x="0" y="3464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-10800000">
            <a:off x="2732546" y="8239079"/>
            <a:ext cx="363282" cy="346480"/>
          </a:xfrm>
          <a:custGeom>
            <a:avLst/>
            <a:gdLst/>
            <a:ahLst/>
            <a:cxnLst/>
            <a:rect r="r" b="b" t="t" l="l"/>
            <a:pathLst>
              <a:path h="346480" w="363282">
                <a:moveTo>
                  <a:pt x="0" y="0"/>
                </a:moveTo>
                <a:lnTo>
                  <a:pt x="363282" y="0"/>
                </a:lnTo>
                <a:lnTo>
                  <a:pt x="363282" y="346480"/>
                </a:lnTo>
                <a:lnTo>
                  <a:pt x="0" y="3464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5690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969856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-1937732">
            <a:off x="1668678" y="212760"/>
            <a:ext cx="1451696" cy="1484076"/>
          </a:xfrm>
          <a:custGeom>
            <a:avLst/>
            <a:gdLst/>
            <a:ahLst/>
            <a:cxnLst/>
            <a:rect r="r" b="b" t="t" l="l"/>
            <a:pathLst>
              <a:path h="1484076" w="1451696">
                <a:moveTo>
                  <a:pt x="0" y="0"/>
                </a:moveTo>
                <a:lnTo>
                  <a:pt x="1451696" y="0"/>
                </a:lnTo>
                <a:lnTo>
                  <a:pt x="1451696" y="1484076"/>
                </a:lnTo>
                <a:lnTo>
                  <a:pt x="0" y="1484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789295" y="528002"/>
            <a:ext cx="4084872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Bree Serif"/>
                <a:ea typeface="Bree Serif"/>
                <a:cs typeface="Bree Serif"/>
                <a:sym typeface="Bree Serif"/>
              </a:rPr>
              <a:t>Objetivo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DAGr7IVGclc</dc:identifier>
  <dcterms:modified xsi:type="dcterms:W3CDTF">2011-08-01T06:04:30Z</dcterms:modified>
  <cp:revision>1</cp:revision>
  <dc:title>Monamu</dc:title>
</cp:coreProperties>
</file>