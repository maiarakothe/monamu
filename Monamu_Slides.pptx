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Open Sans Bold" charset="1" panose="020B0806030504020204"/>
      <p:regular r:id="rId23"/>
    </p:embeddedFont>
    <p:embeddedFont>
      <p:font typeface="Open Sans" charset="1" panose="020B0606030504020204"/>
      <p:regular r:id="rId24"/>
    </p:embeddedFont>
    <p:embeddedFont>
      <p:font typeface="Bree Serif" charset="1" panose="02000503040000020004"/>
      <p:regular r:id="rId25"/>
    </p:embeddedFont>
    <p:embeddedFont>
      <p:font typeface="Arimo Bold" charset="1" panose="020B07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3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3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3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3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3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3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3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45768" y="4776850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574459" y="2614206"/>
            <a:ext cx="7139082" cy="215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35"/>
              </a:lnSpc>
            </a:pPr>
            <a:r>
              <a:rPr lang="en-US" sz="1259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Monamu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15135" y="5076825"/>
            <a:ext cx="565773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Maiara Braun Kothe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Matheus Scherer Bamberg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Moises Augusto Braun Zilles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5382" y="303062"/>
            <a:ext cx="1503913" cy="1451276"/>
          </a:xfrm>
          <a:custGeom>
            <a:avLst/>
            <a:gdLst/>
            <a:ahLst/>
            <a:cxnLst/>
            <a:rect r="r" b="b" t="t" l="l"/>
            <a:pathLst>
              <a:path h="1451276" w="1503913">
                <a:moveTo>
                  <a:pt x="0" y="0"/>
                </a:moveTo>
                <a:lnTo>
                  <a:pt x="1503913" y="0"/>
                </a:lnTo>
                <a:lnTo>
                  <a:pt x="1503913" y="1451276"/>
                </a:lnTo>
                <a:lnTo>
                  <a:pt x="0" y="1451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677010" y="5474602"/>
            <a:ext cx="4427166" cy="4114800"/>
          </a:xfrm>
          <a:custGeom>
            <a:avLst/>
            <a:gdLst/>
            <a:ahLst/>
            <a:cxnLst/>
            <a:rect r="r" b="b" t="t" l="l"/>
            <a:pathLst>
              <a:path h="4114800" w="4427166">
                <a:moveTo>
                  <a:pt x="0" y="0"/>
                </a:moveTo>
                <a:lnTo>
                  <a:pt x="4427166" y="0"/>
                </a:lnTo>
                <a:lnTo>
                  <a:pt x="4427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89295" y="6022425"/>
            <a:ext cx="782131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-2399608">
            <a:off x="2732546" y="6524915"/>
            <a:ext cx="363282" cy="346480"/>
          </a:xfrm>
          <a:custGeom>
            <a:avLst/>
            <a:gdLst/>
            <a:ahLst/>
            <a:cxnLst/>
            <a:rect r="r" b="b" t="t" l="l"/>
            <a:pathLst>
              <a:path h="346480" w="363282">
                <a:moveTo>
                  <a:pt x="0" y="0"/>
                </a:moveTo>
                <a:lnTo>
                  <a:pt x="363282" y="0"/>
                </a:lnTo>
                <a:lnTo>
                  <a:pt x="363282" y="346480"/>
                </a:lnTo>
                <a:lnTo>
                  <a:pt x="0" y="346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9295" y="528002"/>
            <a:ext cx="4084872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Objetivo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5382" y="2431819"/>
            <a:ext cx="11548169" cy="337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</a:t>
            </a: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esenvolver um sistema de banco de dados para gerenciar as operações de uma loja de roupas. O sistema permite o cadastro e gerenciamento de produtos, controle de vendas e estoque, além de registro de clientes, funcionários e fornecedores.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304474" y="6362967"/>
            <a:ext cx="8274513" cy="225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</a:t>
            </a: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nguagem SQL (PostgreSQL);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Visual Paradigm;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DBeaver;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Git e GitHub.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717410" y="7049506"/>
            <a:ext cx="393553" cy="375352"/>
          </a:xfrm>
          <a:custGeom>
            <a:avLst/>
            <a:gdLst/>
            <a:ahLst/>
            <a:cxnLst/>
            <a:rect r="r" b="b" t="t" l="l"/>
            <a:pathLst>
              <a:path h="375352" w="393553">
                <a:moveTo>
                  <a:pt x="0" y="0"/>
                </a:moveTo>
                <a:lnTo>
                  <a:pt x="393554" y="0"/>
                </a:lnTo>
                <a:lnTo>
                  <a:pt x="393554" y="375351"/>
                </a:lnTo>
                <a:lnTo>
                  <a:pt x="0" y="3753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241545">
            <a:off x="2728946" y="7658728"/>
            <a:ext cx="363282" cy="346480"/>
          </a:xfrm>
          <a:custGeom>
            <a:avLst/>
            <a:gdLst/>
            <a:ahLst/>
            <a:cxnLst/>
            <a:rect r="r" b="b" t="t" l="l"/>
            <a:pathLst>
              <a:path h="346480" w="363282">
                <a:moveTo>
                  <a:pt x="0" y="0"/>
                </a:moveTo>
                <a:lnTo>
                  <a:pt x="363282" y="0"/>
                </a:lnTo>
                <a:lnTo>
                  <a:pt x="363282" y="346480"/>
                </a:lnTo>
                <a:lnTo>
                  <a:pt x="0" y="3464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2732546" y="8239079"/>
            <a:ext cx="363282" cy="346480"/>
          </a:xfrm>
          <a:custGeom>
            <a:avLst/>
            <a:gdLst/>
            <a:ahLst/>
            <a:cxnLst/>
            <a:rect r="r" b="b" t="t" l="l"/>
            <a:pathLst>
              <a:path h="346480" w="363282">
                <a:moveTo>
                  <a:pt x="0" y="0"/>
                </a:moveTo>
                <a:lnTo>
                  <a:pt x="363282" y="0"/>
                </a:lnTo>
                <a:lnTo>
                  <a:pt x="363282" y="346480"/>
                </a:lnTo>
                <a:lnTo>
                  <a:pt x="0" y="3464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1937732">
            <a:off x="1668678" y="212760"/>
            <a:ext cx="1451696" cy="1484076"/>
          </a:xfrm>
          <a:custGeom>
            <a:avLst/>
            <a:gdLst/>
            <a:ahLst/>
            <a:cxnLst/>
            <a:rect r="r" b="b" t="t" l="l"/>
            <a:pathLst>
              <a:path h="1484076" w="1451696">
                <a:moveTo>
                  <a:pt x="0" y="0"/>
                </a:moveTo>
                <a:lnTo>
                  <a:pt x="1451696" y="0"/>
                </a:lnTo>
                <a:lnTo>
                  <a:pt x="1451696" y="1484076"/>
                </a:lnTo>
                <a:lnTo>
                  <a:pt x="0" y="1484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68362" y="2162816"/>
            <a:ext cx="12351276" cy="7719547"/>
          </a:xfrm>
          <a:custGeom>
            <a:avLst/>
            <a:gdLst/>
            <a:ahLst/>
            <a:cxnLst/>
            <a:rect r="r" b="b" t="t" l="l"/>
            <a:pathLst>
              <a:path h="7719547" w="12351276">
                <a:moveTo>
                  <a:pt x="0" y="0"/>
                </a:moveTo>
                <a:lnTo>
                  <a:pt x="12351276" y="0"/>
                </a:lnTo>
                <a:lnTo>
                  <a:pt x="12351276" y="7719547"/>
                </a:lnTo>
                <a:lnTo>
                  <a:pt x="0" y="7719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89295" y="528002"/>
            <a:ext cx="775039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Modelo Relacional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38926" y="315454"/>
            <a:ext cx="1700737" cy="1426493"/>
          </a:xfrm>
          <a:custGeom>
            <a:avLst/>
            <a:gdLst/>
            <a:ahLst/>
            <a:cxnLst/>
            <a:rect r="r" b="b" t="t" l="l"/>
            <a:pathLst>
              <a:path h="1426493" w="1700737">
                <a:moveTo>
                  <a:pt x="0" y="0"/>
                </a:moveTo>
                <a:lnTo>
                  <a:pt x="1700737" y="0"/>
                </a:lnTo>
                <a:lnTo>
                  <a:pt x="1700737" y="1426492"/>
                </a:lnTo>
                <a:lnTo>
                  <a:pt x="0" y="142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32165" y="3720781"/>
            <a:ext cx="12855703" cy="5335117"/>
          </a:xfrm>
          <a:custGeom>
            <a:avLst/>
            <a:gdLst/>
            <a:ahLst/>
            <a:cxnLst/>
            <a:rect r="r" b="b" t="t" l="l"/>
            <a:pathLst>
              <a:path h="5335117" w="12855703">
                <a:moveTo>
                  <a:pt x="0" y="0"/>
                </a:moveTo>
                <a:lnTo>
                  <a:pt x="12855703" y="0"/>
                </a:lnTo>
                <a:lnTo>
                  <a:pt x="12855703" y="5335117"/>
                </a:lnTo>
                <a:lnTo>
                  <a:pt x="0" y="53351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32165" y="2515559"/>
            <a:ext cx="12855703" cy="1205222"/>
          </a:xfrm>
          <a:custGeom>
            <a:avLst/>
            <a:gdLst/>
            <a:ahLst/>
            <a:cxnLst/>
            <a:rect r="r" b="b" t="t" l="l"/>
            <a:pathLst>
              <a:path h="1205222" w="12855703">
                <a:moveTo>
                  <a:pt x="0" y="0"/>
                </a:moveTo>
                <a:lnTo>
                  <a:pt x="12855703" y="0"/>
                </a:lnTo>
                <a:lnTo>
                  <a:pt x="12855703" y="1205222"/>
                </a:lnTo>
                <a:lnTo>
                  <a:pt x="0" y="1205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89295" y="528002"/>
            <a:ext cx="706458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Tabelas - Cliente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38926" y="315454"/>
            <a:ext cx="1700737" cy="1426493"/>
          </a:xfrm>
          <a:custGeom>
            <a:avLst/>
            <a:gdLst/>
            <a:ahLst/>
            <a:cxnLst/>
            <a:rect r="r" b="b" t="t" l="l"/>
            <a:pathLst>
              <a:path h="1426493" w="1700737">
                <a:moveTo>
                  <a:pt x="0" y="0"/>
                </a:moveTo>
                <a:lnTo>
                  <a:pt x="1700737" y="0"/>
                </a:lnTo>
                <a:lnTo>
                  <a:pt x="1700737" y="1426492"/>
                </a:lnTo>
                <a:lnTo>
                  <a:pt x="0" y="142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32165" y="3720781"/>
            <a:ext cx="12855703" cy="4788749"/>
          </a:xfrm>
          <a:custGeom>
            <a:avLst/>
            <a:gdLst/>
            <a:ahLst/>
            <a:cxnLst/>
            <a:rect r="r" b="b" t="t" l="l"/>
            <a:pathLst>
              <a:path h="4788749" w="12855703">
                <a:moveTo>
                  <a:pt x="0" y="0"/>
                </a:moveTo>
                <a:lnTo>
                  <a:pt x="12855703" y="0"/>
                </a:lnTo>
                <a:lnTo>
                  <a:pt x="12855703" y="4788750"/>
                </a:lnTo>
                <a:lnTo>
                  <a:pt x="0" y="4788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89295" y="528002"/>
            <a:ext cx="8932820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Tabelas - Condicional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932165" y="2515559"/>
            <a:ext cx="12855703" cy="1205222"/>
          </a:xfrm>
          <a:custGeom>
            <a:avLst/>
            <a:gdLst/>
            <a:ahLst/>
            <a:cxnLst/>
            <a:rect r="r" b="b" t="t" l="l"/>
            <a:pathLst>
              <a:path h="1205222" w="12855703">
                <a:moveTo>
                  <a:pt x="0" y="0"/>
                </a:moveTo>
                <a:lnTo>
                  <a:pt x="12855703" y="0"/>
                </a:lnTo>
                <a:lnTo>
                  <a:pt x="12855703" y="1205222"/>
                </a:lnTo>
                <a:lnTo>
                  <a:pt x="0" y="1205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38926" y="315454"/>
            <a:ext cx="1700737" cy="1426493"/>
          </a:xfrm>
          <a:custGeom>
            <a:avLst/>
            <a:gdLst/>
            <a:ahLst/>
            <a:cxnLst/>
            <a:rect r="r" b="b" t="t" l="l"/>
            <a:pathLst>
              <a:path h="1426493" w="1700737">
                <a:moveTo>
                  <a:pt x="0" y="0"/>
                </a:moveTo>
                <a:lnTo>
                  <a:pt x="1700737" y="0"/>
                </a:lnTo>
                <a:lnTo>
                  <a:pt x="1700737" y="1426492"/>
                </a:lnTo>
                <a:lnTo>
                  <a:pt x="0" y="142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32165" y="2515559"/>
            <a:ext cx="12855703" cy="1205222"/>
          </a:xfrm>
          <a:custGeom>
            <a:avLst/>
            <a:gdLst/>
            <a:ahLst/>
            <a:cxnLst/>
            <a:rect r="r" b="b" t="t" l="l"/>
            <a:pathLst>
              <a:path h="1205222" w="12855703">
                <a:moveTo>
                  <a:pt x="0" y="0"/>
                </a:moveTo>
                <a:lnTo>
                  <a:pt x="12855703" y="0"/>
                </a:lnTo>
                <a:lnTo>
                  <a:pt x="12855703" y="1205222"/>
                </a:lnTo>
                <a:lnTo>
                  <a:pt x="0" y="1205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32165" y="3720781"/>
            <a:ext cx="12855703" cy="4547705"/>
          </a:xfrm>
          <a:custGeom>
            <a:avLst/>
            <a:gdLst/>
            <a:ahLst/>
            <a:cxnLst/>
            <a:rect r="r" b="b" t="t" l="l"/>
            <a:pathLst>
              <a:path h="4547705" w="12855703">
                <a:moveTo>
                  <a:pt x="0" y="0"/>
                </a:moveTo>
                <a:lnTo>
                  <a:pt x="12855703" y="0"/>
                </a:lnTo>
                <a:lnTo>
                  <a:pt x="12855703" y="4547705"/>
                </a:lnTo>
                <a:lnTo>
                  <a:pt x="0" y="45477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89295" y="528002"/>
            <a:ext cx="8932820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Tabelas - Desconto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38926" y="315454"/>
            <a:ext cx="1700737" cy="1426493"/>
          </a:xfrm>
          <a:custGeom>
            <a:avLst/>
            <a:gdLst/>
            <a:ahLst/>
            <a:cxnLst/>
            <a:rect r="r" b="b" t="t" l="l"/>
            <a:pathLst>
              <a:path h="1426493" w="1700737">
                <a:moveTo>
                  <a:pt x="0" y="0"/>
                </a:moveTo>
                <a:lnTo>
                  <a:pt x="1700737" y="0"/>
                </a:lnTo>
                <a:lnTo>
                  <a:pt x="1700737" y="1426492"/>
                </a:lnTo>
                <a:lnTo>
                  <a:pt x="0" y="142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32165" y="2515559"/>
            <a:ext cx="12855703" cy="1205222"/>
          </a:xfrm>
          <a:custGeom>
            <a:avLst/>
            <a:gdLst/>
            <a:ahLst/>
            <a:cxnLst/>
            <a:rect r="r" b="b" t="t" l="l"/>
            <a:pathLst>
              <a:path h="1205222" w="12855703">
                <a:moveTo>
                  <a:pt x="0" y="0"/>
                </a:moveTo>
                <a:lnTo>
                  <a:pt x="12855703" y="0"/>
                </a:lnTo>
                <a:lnTo>
                  <a:pt x="12855703" y="1205222"/>
                </a:lnTo>
                <a:lnTo>
                  <a:pt x="0" y="1205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32165" y="3720781"/>
            <a:ext cx="12855703" cy="2008704"/>
          </a:xfrm>
          <a:custGeom>
            <a:avLst/>
            <a:gdLst/>
            <a:ahLst/>
            <a:cxnLst/>
            <a:rect r="r" b="b" t="t" l="l"/>
            <a:pathLst>
              <a:path h="2008704" w="12855703">
                <a:moveTo>
                  <a:pt x="0" y="0"/>
                </a:moveTo>
                <a:lnTo>
                  <a:pt x="12855703" y="0"/>
                </a:lnTo>
                <a:lnTo>
                  <a:pt x="12855703" y="2008704"/>
                </a:lnTo>
                <a:lnTo>
                  <a:pt x="0" y="2008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32165" y="5583117"/>
            <a:ext cx="12855703" cy="3519249"/>
          </a:xfrm>
          <a:custGeom>
            <a:avLst/>
            <a:gdLst/>
            <a:ahLst/>
            <a:cxnLst/>
            <a:rect r="r" b="b" t="t" l="l"/>
            <a:pathLst>
              <a:path h="3519249" w="12855703">
                <a:moveTo>
                  <a:pt x="0" y="0"/>
                </a:moveTo>
                <a:lnTo>
                  <a:pt x="12855703" y="0"/>
                </a:lnTo>
                <a:lnTo>
                  <a:pt x="12855703" y="3519248"/>
                </a:lnTo>
                <a:lnTo>
                  <a:pt x="0" y="35192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9295" y="528002"/>
            <a:ext cx="8932820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Tabelas - Fornecedor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38926" y="315454"/>
            <a:ext cx="1700737" cy="1426493"/>
          </a:xfrm>
          <a:custGeom>
            <a:avLst/>
            <a:gdLst/>
            <a:ahLst/>
            <a:cxnLst/>
            <a:rect r="r" b="b" t="t" l="l"/>
            <a:pathLst>
              <a:path h="1426493" w="1700737">
                <a:moveTo>
                  <a:pt x="0" y="0"/>
                </a:moveTo>
                <a:lnTo>
                  <a:pt x="1700737" y="0"/>
                </a:lnTo>
                <a:lnTo>
                  <a:pt x="1700737" y="1426492"/>
                </a:lnTo>
                <a:lnTo>
                  <a:pt x="0" y="142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80212" y="2327675"/>
            <a:ext cx="10327577" cy="968210"/>
          </a:xfrm>
          <a:custGeom>
            <a:avLst/>
            <a:gdLst/>
            <a:ahLst/>
            <a:cxnLst/>
            <a:rect r="r" b="b" t="t" l="l"/>
            <a:pathLst>
              <a:path h="968210" w="10327577">
                <a:moveTo>
                  <a:pt x="0" y="0"/>
                </a:moveTo>
                <a:lnTo>
                  <a:pt x="10327576" y="0"/>
                </a:lnTo>
                <a:lnTo>
                  <a:pt x="10327576" y="968210"/>
                </a:lnTo>
                <a:lnTo>
                  <a:pt x="0" y="96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80212" y="3295885"/>
            <a:ext cx="10327577" cy="6635468"/>
          </a:xfrm>
          <a:custGeom>
            <a:avLst/>
            <a:gdLst/>
            <a:ahLst/>
            <a:cxnLst/>
            <a:rect r="r" b="b" t="t" l="l"/>
            <a:pathLst>
              <a:path h="6635468" w="10327577">
                <a:moveTo>
                  <a:pt x="0" y="0"/>
                </a:moveTo>
                <a:lnTo>
                  <a:pt x="10327576" y="0"/>
                </a:lnTo>
                <a:lnTo>
                  <a:pt x="10327576" y="6635468"/>
                </a:lnTo>
                <a:lnTo>
                  <a:pt x="0" y="6635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89295" y="528002"/>
            <a:ext cx="8932820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Tabelas - Funcionario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38926" y="315454"/>
            <a:ext cx="1700737" cy="1426493"/>
          </a:xfrm>
          <a:custGeom>
            <a:avLst/>
            <a:gdLst/>
            <a:ahLst/>
            <a:cxnLst/>
            <a:rect r="r" b="b" t="t" l="l"/>
            <a:pathLst>
              <a:path h="1426493" w="1700737">
                <a:moveTo>
                  <a:pt x="0" y="0"/>
                </a:moveTo>
                <a:lnTo>
                  <a:pt x="1700737" y="0"/>
                </a:lnTo>
                <a:lnTo>
                  <a:pt x="1700737" y="1426492"/>
                </a:lnTo>
                <a:lnTo>
                  <a:pt x="0" y="142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32165" y="3437852"/>
            <a:ext cx="12855703" cy="1205222"/>
          </a:xfrm>
          <a:custGeom>
            <a:avLst/>
            <a:gdLst/>
            <a:ahLst/>
            <a:cxnLst/>
            <a:rect r="r" b="b" t="t" l="l"/>
            <a:pathLst>
              <a:path h="1205222" w="12855703">
                <a:moveTo>
                  <a:pt x="0" y="0"/>
                </a:moveTo>
                <a:lnTo>
                  <a:pt x="12855703" y="0"/>
                </a:lnTo>
                <a:lnTo>
                  <a:pt x="12855703" y="1205222"/>
                </a:lnTo>
                <a:lnTo>
                  <a:pt x="0" y="1205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32165" y="4643074"/>
            <a:ext cx="12855703" cy="3165717"/>
          </a:xfrm>
          <a:custGeom>
            <a:avLst/>
            <a:gdLst/>
            <a:ahLst/>
            <a:cxnLst/>
            <a:rect r="r" b="b" t="t" l="l"/>
            <a:pathLst>
              <a:path h="3165717" w="12855703">
                <a:moveTo>
                  <a:pt x="0" y="0"/>
                </a:moveTo>
                <a:lnTo>
                  <a:pt x="12855703" y="0"/>
                </a:lnTo>
                <a:lnTo>
                  <a:pt x="12855703" y="3165717"/>
                </a:lnTo>
                <a:lnTo>
                  <a:pt x="0" y="3165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89295" y="528002"/>
            <a:ext cx="10091598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Tabelas - Item Condicional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38926" y="315454"/>
            <a:ext cx="1700737" cy="1426493"/>
          </a:xfrm>
          <a:custGeom>
            <a:avLst/>
            <a:gdLst/>
            <a:ahLst/>
            <a:cxnLst/>
            <a:rect r="r" b="b" t="t" l="l"/>
            <a:pathLst>
              <a:path h="1426493" w="1700737">
                <a:moveTo>
                  <a:pt x="0" y="0"/>
                </a:moveTo>
                <a:lnTo>
                  <a:pt x="1700737" y="0"/>
                </a:lnTo>
                <a:lnTo>
                  <a:pt x="1700737" y="1426492"/>
                </a:lnTo>
                <a:lnTo>
                  <a:pt x="0" y="142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32165" y="3058484"/>
            <a:ext cx="12855703" cy="1205222"/>
          </a:xfrm>
          <a:custGeom>
            <a:avLst/>
            <a:gdLst/>
            <a:ahLst/>
            <a:cxnLst/>
            <a:rect r="r" b="b" t="t" l="l"/>
            <a:pathLst>
              <a:path h="1205222" w="12855703">
                <a:moveTo>
                  <a:pt x="0" y="0"/>
                </a:moveTo>
                <a:lnTo>
                  <a:pt x="12855703" y="0"/>
                </a:lnTo>
                <a:lnTo>
                  <a:pt x="12855703" y="1205222"/>
                </a:lnTo>
                <a:lnTo>
                  <a:pt x="0" y="1205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32165" y="4263706"/>
            <a:ext cx="12855703" cy="3647806"/>
          </a:xfrm>
          <a:custGeom>
            <a:avLst/>
            <a:gdLst/>
            <a:ahLst/>
            <a:cxnLst/>
            <a:rect r="r" b="b" t="t" l="l"/>
            <a:pathLst>
              <a:path h="3647806" w="12855703">
                <a:moveTo>
                  <a:pt x="0" y="0"/>
                </a:moveTo>
                <a:lnTo>
                  <a:pt x="12855703" y="0"/>
                </a:lnTo>
                <a:lnTo>
                  <a:pt x="12855703" y="3647806"/>
                </a:lnTo>
                <a:lnTo>
                  <a:pt x="0" y="3647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32165" y="7911512"/>
            <a:ext cx="12855703" cy="401741"/>
          </a:xfrm>
          <a:custGeom>
            <a:avLst/>
            <a:gdLst/>
            <a:ahLst/>
            <a:cxnLst/>
            <a:rect r="r" b="b" t="t" l="l"/>
            <a:pathLst>
              <a:path h="401741" w="12855703">
                <a:moveTo>
                  <a:pt x="0" y="0"/>
                </a:moveTo>
                <a:lnTo>
                  <a:pt x="12855703" y="0"/>
                </a:lnTo>
                <a:lnTo>
                  <a:pt x="12855703" y="401741"/>
                </a:lnTo>
                <a:lnTo>
                  <a:pt x="0" y="4017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9295" y="528002"/>
            <a:ext cx="841255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Tabelas - Item Venda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38926" y="315454"/>
            <a:ext cx="1700737" cy="1426493"/>
          </a:xfrm>
          <a:custGeom>
            <a:avLst/>
            <a:gdLst/>
            <a:ahLst/>
            <a:cxnLst/>
            <a:rect r="r" b="b" t="t" l="l"/>
            <a:pathLst>
              <a:path h="1426493" w="1700737">
                <a:moveTo>
                  <a:pt x="0" y="0"/>
                </a:moveTo>
                <a:lnTo>
                  <a:pt x="1700737" y="0"/>
                </a:lnTo>
                <a:lnTo>
                  <a:pt x="1700737" y="1426492"/>
                </a:lnTo>
                <a:lnTo>
                  <a:pt x="0" y="142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32165" y="3058484"/>
            <a:ext cx="12855703" cy="1205222"/>
          </a:xfrm>
          <a:custGeom>
            <a:avLst/>
            <a:gdLst/>
            <a:ahLst/>
            <a:cxnLst/>
            <a:rect r="r" b="b" t="t" l="l"/>
            <a:pathLst>
              <a:path h="1205222" w="12855703">
                <a:moveTo>
                  <a:pt x="0" y="0"/>
                </a:moveTo>
                <a:lnTo>
                  <a:pt x="12855703" y="0"/>
                </a:lnTo>
                <a:lnTo>
                  <a:pt x="12855703" y="1205222"/>
                </a:lnTo>
                <a:lnTo>
                  <a:pt x="0" y="1205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32165" y="4263706"/>
            <a:ext cx="12855703" cy="4338800"/>
          </a:xfrm>
          <a:custGeom>
            <a:avLst/>
            <a:gdLst/>
            <a:ahLst/>
            <a:cxnLst/>
            <a:rect r="r" b="b" t="t" l="l"/>
            <a:pathLst>
              <a:path h="4338800" w="12855703">
                <a:moveTo>
                  <a:pt x="0" y="0"/>
                </a:moveTo>
                <a:lnTo>
                  <a:pt x="12855703" y="0"/>
                </a:lnTo>
                <a:lnTo>
                  <a:pt x="12855703" y="4338800"/>
                </a:lnTo>
                <a:lnTo>
                  <a:pt x="0" y="433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89295" y="528002"/>
            <a:ext cx="6570722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Tabelas - Loja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38926" y="315454"/>
            <a:ext cx="1700737" cy="1426493"/>
          </a:xfrm>
          <a:custGeom>
            <a:avLst/>
            <a:gdLst/>
            <a:ahLst/>
            <a:cxnLst/>
            <a:rect r="r" b="b" t="t" l="l"/>
            <a:pathLst>
              <a:path h="1426493" w="1700737">
                <a:moveTo>
                  <a:pt x="0" y="0"/>
                </a:moveTo>
                <a:lnTo>
                  <a:pt x="1700737" y="0"/>
                </a:lnTo>
                <a:lnTo>
                  <a:pt x="1700737" y="1426492"/>
                </a:lnTo>
                <a:lnTo>
                  <a:pt x="0" y="142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66643" y="2517544"/>
            <a:ext cx="9354713" cy="877004"/>
          </a:xfrm>
          <a:custGeom>
            <a:avLst/>
            <a:gdLst/>
            <a:ahLst/>
            <a:cxnLst/>
            <a:rect r="r" b="b" t="t" l="l"/>
            <a:pathLst>
              <a:path h="877004" w="9354713">
                <a:moveTo>
                  <a:pt x="0" y="0"/>
                </a:moveTo>
                <a:lnTo>
                  <a:pt x="9354714" y="0"/>
                </a:lnTo>
                <a:lnTo>
                  <a:pt x="9354714" y="877004"/>
                </a:lnTo>
                <a:lnTo>
                  <a:pt x="0" y="877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66643" y="3394548"/>
            <a:ext cx="9354713" cy="6232578"/>
          </a:xfrm>
          <a:custGeom>
            <a:avLst/>
            <a:gdLst/>
            <a:ahLst/>
            <a:cxnLst/>
            <a:rect r="r" b="b" t="t" l="l"/>
            <a:pathLst>
              <a:path h="6232578" w="9354713">
                <a:moveTo>
                  <a:pt x="0" y="0"/>
                </a:moveTo>
                <a:lnTo>
                  <a:pt x="9354714" y="0"/>
                </a:lnTo>
                <a:lnTo>
                  <a:pt x="9354714" y="6232578"/>
                </a:lnTo>
                <a:lnTo>
                  <a:pt x="0" y="6232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89295" y="528002"/>
            <a:ext cx="760850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Tabelas - Produto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38926" y="315454"/>
            <a:ext cx="1700737" cy="1426493"/>
          </a:xfrm>
          <a:custGeom>
            <a:avLst/>
            <a:gdLst/>
            <a:ahLst/>
            <a:cxnLst/>
            <a:rect r="r" b="b" t="t" l="l"/>
            <a:pathLst>
              <a:path h="1426493" w="1700737">
                <a:moveTo>
                  <a:pt x="0" y="0"/>
                </a:moveTo>
                <a:lnTo>
                  <a:pt x="1700737" y="0"/>
                </a:lnTo>
                <a:lnTo>
                  <a:pt x="1700737" y="1426492"/>
                </a:lnTo>
                <a:lnTo>
                  <a:pt x="0" y="142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32165" y="2515559"/>
            <a:ext cx="12855703" cy="1205222"/>
          </a:xfrm>
          <a:custGeom>
            <a:avLst/>
            <a:gdLst/>
            <a:ahLst/>
            <a:cxnLst/>
            <a:rect r="r" b="b" t="t" l="l"/>
            <a:pathLst>
              <a:path h="1205222" w="12855703">
                <a:moveTo>
                  <a:pt x="0" y="0"/>
                </a:moveTo>
                <a:lnTo>
                  <a:pt x="12855703" y="0"/>
                </a:lnTo>
                <a:lnTo>
                  <a:pt x="12855703" y="1205222"/>
                </a:lnTo>
                <a:lnTo>
                  <a:pt x="0" y="1205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32165" y="3720781"/>
            <a:ext cx="12855703" cy="5238699"/>
          </a:xfrm>
          <a:custGeom>
            <a:avLst/>
            <a:gdLst/>
            <a:ahLst/>
            <a:cxnLst/>
            <a:rect r="r" b="b" t="t" l="l"/>
            <a:pathLst>
              <a:path h="5238699" w="12855703">
                <a:moveTo>
                  <a:pt x="0" y="0"/>
                </a:moveTo>
                <a:lnTo>
                  <a:pt x="12855703" y="0"/>
                </a:lnTo>
                <a:lnTo>
                  <a:pt x="12855703" y="5238699"/>
                </a:lnTo>
                <a:lnTo>
                  <a:pt x="0" y="5238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32165" y="8947515"/>
            <a:ext cx="12855703" cy="353532"/>
          </a:xfrm>
          <a:custGeom>
            <a:avLst/>
            <a:gdLst/>
            <a:ahLst/>
            <a:cxnLst/>
            <a:rect r="r" b="b" t="t" l="l"/>
            <a:pathLst>
              <a:path h="353532" w="12855703">
                <a:moveTo>
                  <a:pt x="0" y="0"/>
                </a:moveTo>
                <a:lnTo>
                  <a:pt x="12855703" y="0"/>
                </a:lnTo>
                <a:lnTo>
                  <a:pt x="12855703" y="353532"/>
                </a:lnTo>
                <a:lnTo>
                  <a:pt x="0" y="35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9295" y="528002"/>
            <a:ext cx="706458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Tabelas - Venda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89295" y="103619"/>
            <a:ext cx="800785" cy="1866237"/>
          </a:xfrm>
          <a:custGeom>
            <a:avLst/>
            <a:gdLst/>
            <a:ahLst/>
            <a:cxnLst/>
            <a:rect r="r" b="b" t="t" l="l"/>
            <a:pathLst>
              <a:path h="1866237" w="800785">
                <a:moveTo>
                  <a:pt x="0" y="0"/>
                </a:moveTo>
                <a:lnTo>
                  <a:pt x="800785" y="0"/>
                </a:lnTo>
                <a:lnTo>
                  <a:pt x="800785" y="1866237"/>
                </a:lnTo>
                <a:lnTo>
                  <a:pt x="0" y="1866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6529" y="3927728"/>
            <a:ext cx="17194942" cy="5738102"/>
          </a:xfrm>
          <a:custGeom>
            <a:avLst/>
            <a:gdLst/>
            <a:ahLst/>
            <a:cxnLst/>
            <a:rect r="r" b="b" t="t" l="l"/>
            <a:pathLst>
              <a:path h="5738102" w="17194942">
                <a:moveTo>
                  <a:pt x="0" y="0"/>
                </a:moveTo>
                <a:lnTo>
                  <a:pt x="17194942" y="0"/>
                </a:lnTo>
                <a:lnTo>
                  <a:pt x="17194942" y="5738102"/>
                </a:lnTo>
                <a:lnTo>
                  <a:pt x="0" y="5738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8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7270" y="528002"/>
            <a:ext cx="706458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Consultas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86981" y="2130096"/>
            <a:ext cx="12514039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Li</a:t>
            </a: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ste o nome do produto, categoria, tamanho, preço de venda e quantidade em estoque de todos os produtos disponíveis para venda. Ordene os resultados por nome do produto.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89295" y="103619"/>
            <a:ext cx="800785" cy="1866237"/>
          </a:xfrm>
          <a:custGeom>
            <a:avLst/>
            <a:gdLst/>
            <a:ahLst/>
            <a:cxnLst/>
            <a:rect r="r" b="b" t="t" l="l"/>
            <a:pathLst>
              <a:path h="1866237" w="800785">
                <a:moveTo>
                  <a:pt x="0" y="0"/>
                </a:moveTo>
                <a:lnTo>
                  <a:pt x="800785" y="0"/>
                </a:lnTo>
                <a:lnTo>
                  <a:pt x="800785" y="1866237"/>
                </a:lnTo>
                <a:lnTo>
                  <a:pt x="0" y="1866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442577"/>
            <a:ext cx="16230600" cy="3428714"/>
          </a:xfrm>
          <a:custGeom>
            <a:avLst/>
            <a:gdLst/>
            <a:ahLst/>
            <a:cxnLst/>
            <a:rect r="r" b="b" t="t" l="l"/>
            <a:pathLst>
              <a:path h="3428714" w="16230600">
                <a:moveTo>
                  <a:pt x="0" y="0"/>
                </a:moveTo>
                <a:lnTo>
                  <a:pt x="16230600" y="0"/>
                </a:lnTo>
                <a:lnTo>
                  <a:pt x="16230600" y="3428715"/>
                </a:lnTo>
                <a:lnTo>
                  <a:pt x="0" y="34287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7270" y="528002"/>
            <a:ext cx="706458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Consultas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39927" y="2318502"/>
            <a:ext cx="1340814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Liste o nome do cliente, a data da compra, os produtos comprados e o valor total de cada compra. Exiba apenas as compras do cliente selecionado. Ordene pela data da compra, da mais recente para a mais antiga.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89295" y="103619"/>
            <a:ext cx="800785" cy="1866237"/>
          </a:xfrm>
          <a:custGeom>
            <a:avLst/>
            <a:gdLst/>
            <a:ahLst/>
            <a:cxnLst/>
            <a:rect r="r" b="b" t="t" l="l"/>
            <a:pathLst>
              <a:path h="1866237" w="800785">
                <a:moveTo>
                  <a:pt x="0" y="0"/>
                </a:moveTo>
                <a:lnTo>
                  <a:pt x="800785" y="0"/>
                </a:lnTo>
                <a:lnTo>
                  <a:pt x="800785" y="1866237"/>
                </a:lnTo>
                <a:lnTo>
                  <a:pt x="0" y="1866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299702"/>
            <a:ext cx="16230600" cy="4057650"/>
          </a:xfrm>
          <a:custGeom>
            <a:avLst/>
            <a:gdLst/>
            <a:ahLst/>
            <a:cxnLst/>
            <a:rect r="r" b="b" t="t" l="l"/>
            <a:pathLst>
              <a:path h="4057650" w="16230600">
                <a:moveTo>
                  <a:pt x="0" y="0"/>
                </a:moveTo>
                <a:lnTo>
                  <a:pt x="16230600" y="0"/>
                </a:lnTo>
                <a:lnTo>
                  <a:pt x="16230600" y="4057650"/>
                </a:lnTo>
                <a:lnTo>
                  <a:pt x="0" y="4057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7270" y="528002"/>
            <a:ext cx="706458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Consultas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39927" y="2318502"/>
            <a:ext cx="1340814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Liste o nome do funcionário, a data da venda, os produtos vendidos e o valor total de cada venda realizada em um período definido. Ordene por nome do funcionário e, dentro do funcionário, por data da venda.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0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969856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89295" y="103619"/>
            <a:ext cx="800785" cy="1866237"/>
          </a:xfrm>
          <a:custGeom>
            <a:avLst/>
            <a:gdLst/>
            <a:ahLst/>
            <a:cxnLst/>
            <a:rect r="r" b="b" t="t" l="l"/>
            <a:pathLst>
              <a:path h="1866237" w="800785">
                <a:moveTo>
                  <a:pt x="0" y="0"/>
                </a:moveTo>
                <a:lnTo>
                  <a:pt x="800785" y="0"/>
                </a:lnTo>
                <a:lnTo>
                  <a:pt x="800785" y="1866237"/>
                </a:lnTo>
                <a:lnTo>
                  <a:pt x="0" y="1866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442577"/>
            <a:ext cx="16230600" cy="3124391"/>
          </a:xfrm>
          <a:custGeom>
            <a:avLst/>
            <a:gdLst/>
            <a:ahLst/>
            <a:cxnLst/>
            <a:rect r="r" b="b" t="t" l="l"/>
            <a:pathLst>
              <a:path h="3124391" w="16230600">
                <a:moveTo>
                  <a:pt x="0" y="0"/>
                </a:moveTo>
                <a:lnTo>
                  <a:pt x="16230600" y="0"/>
                </a:lnTo>
                <a:lnTo>
                  <a:pt x="16230600" y="3124391"/>
                </a:lnTo>
                <a:lnTo>
                  <a:pt x="0" y="31243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7270" y="528002"/>
            <a:ext cx="706458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Consultas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39927" y="2318502"/>
            <a:ext cx="1340814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Mo</a:t>
            </a: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stre, para cada categoria de produto, a quantidade total vendida e o valor total faturado em um período definido. Liste apenas as categorias com vendas registradas e ordene pelo maior valor faturado.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DAGr7IVGclc</dc:identifier>
  <dcterms:modified xsi:type="dcterms:W3CDTF">2011-08-01T06:04:30Z</dcterms:modified>
  <cp:revision>1</cp:revision>
  <dc:title>Monamu</dc:title>
</cp:coreProperties>
</file>